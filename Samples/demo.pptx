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beabfc0973442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4d3b060fb49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f12e3e8be4d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a91039ab34e0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TW"/>
          </a:p>
        </p:txBody>
      </p:sp>
      <p:sp>
        <p:nvSpPr>
          <p:cNvPr id="3" name="Text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50000"/>
            <a:ext cx="11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4000" b="1" dirty="0">
                <a:solidFill>
                  <a:srgbClr val="FFFFFF"/>
                </a:solidFill>
                <a:latin typeface="Segoe UI"/>
                <a:ea typeface="Microsoft JhengHei"/>
              </a:rPr>
              <a:t>Avalonia PPTX 預覽</a:t>
            </a:r>
            <a:endParaRPr lang="zh-TW"/>
          </a:p>
        </p:txBody>
      </p:sp>
      <p:sp>
        <p:nvSpPr>
          <p:cNvPr id="4" name="Shape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1800000"/>
            <a:ext cx="10500000" cy="4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TW"/>
          </a:p>
        </p:txBody>
      </p:sp>
      <p:sp>
        <p:nvSpPr>
          <p:cNvPr id="5" name="Text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00" y="2100000"/>
            <a:ext cx="9900000" cy="3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2200" b="0" dirty="0">
                <a:solidFill>
                  <a:srgbClr val="333333"/>
                </a:solidFill>
                <a:latin typeface="Segoe UI"/>
                <a:ea typeface="Microsoft JhengHei"/>
              </a:rPr>
              <a:t>這是示範簡報第一頁。
• 開啟 .pptx 檔案
• 左側縮圖瀏覽
• 鍵盤 ← → 切換投影片
• Ctrl + / - 縮放</a:t>
            </a:r>
            <a:endParaRPr lang="zh-TW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TW"/>
          </a:p>
        </p:txBody>
      </p:sp>
      <p:sp>
        <p:nvSpPr>
          <p:cNvPr id="3" name="Text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50000"/>
            <a:ext cx="11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4000" b="1" dirty="0">
                <a:solidFill>
                  <a:srgbClr val="FFFFFF"/>
                </a:solidFill>
                <a:latin typeface="Segoe UI"/>
                <a:ea typeface="Microsoft JhengHei"/>
              </a:rPr>
              <a:t>功能重點</a:t>
            </a:r>
            <a:endParaRPr lang="zh-TW"/>
          </a:p>
        </p:txBody>
      </p:sp>
      <p:sp>
        <p:nvSpPr>
          <p:cNvPr id="4" name="Shape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1800000"/>
            <a:ext cx="10500000" cy="4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TW"/>
          </a:p>
        </p:txBody>
      </p:sp>
      <p:sp>
        <p:nvSpPr>
          <p:cNvPr id="5" name="Text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00" y="2100000"/>
            <a:ext cx="9900000" cy="3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2200" b="0" dirty="0">
                <a:solidFill>
                  <a:srgbClr val="333333"/>
                </a:solidFill>
                <a:latin typeface="Segoe UI"/>
                <a:ea typeface="Microsoft JhengHei"/>
              </a:rPr>
              <a:t>解析引擎以 DocumentFormat.OpenXml 讀取投影片，
再用 Avalonia 控制項重繪：
1. 文字與段落對齊
2. 矩形 / 圓角 / 橢圓 / 三角形
3. 內嵌圖片
4. 主題色與填色</a:t>
            </a:r>
            <a:endParaRPr lang="zh-TW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40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TW"/>
          </a:p>
        </p:txBody>
      </p:sp>
      <p:sp>
        <p:nvSpPr>
          <p:cNvPr id="3" name="Text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250000"/>
            <a:ext cx="11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4000" b="1" dirty="0">
                <a:solidFill>
                  <a:srgbClr val="FFFFFF"/>
                </a:solidFill>
                <a:latin typeface="Segoe UI"/>
                <a:ea typeface="Microsoft JhengHei"/>
              </a:rPr>
              <a:t>開始使用</a:t>
            </a:r>
            <a:endParaRPr lang="zh-TW"/>
          </a:p>
        </p:txBody>
      </p:sp>
      <p:sp>
        <p:nvSpPr>
          <p:cNvPr id="4" name="Shape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1800000"/>
            <a:ext cx="10500000" cy="4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TW"/>
          </a:p>
        </p:txBody>
      </p:sp>
      <p:sp>
        <p:nvSpPr>
          <p:cNvPr id="5" name="Text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000" y="2100000"/>
            <a:ext cx="9900000" cy="3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/>
            <a:r>
              <a:rPr sz="2200" b="0" dirty="0">
                <a:solidFill>
                  <a:srgbClr val="333333"/>
                </a:solidFill>
                <a:latin typeface="Segoe UI"/>
                <a:ea typeface="Microsoft JhengHei"/>
              </a:rPr>
              <a:t>dotnet run --project PptxAvalonia.csproj
或直接：
  bin/Release/net8.0/PptxAvalonia.exe Samples/demo.pptx</a:t>
            </a:r>
            <a:endParaRPr lang="zh-TW"/>
          </a:p>
        </p:txBody>
      </p:sp>
      <p:sp>
        <p:nvSpPr>
          <p:cNvPr id="10" name="Circle"/>
          <p:cNvSpPr/>
          <p:nvPr/>
        </p:nvSpPr>
        <p:spPr>
          <a:xfrm xmlns:a="http://schemas.openxmlformats.org/drawingml/2006/main">
            <a:off x="9800000" y="4800000"/>
            <a:ext cx="1600000" cy="16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25400">
            <a:solidFill>
              <a:srgbClr val="E374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sz="1800" b="1"/>
              <a:t>OK</a:t>
            </a:r>
            <a:endParaRPr/>
          </a:p>
        </p:txBody>
      </p:sp>
    </p:spTree>
  </p:cSld>
  <p:clrMapOvr>
    <a:masterClrMapping xmlns:a="http://schemas.openxmlformats.org/drawingml/2006/main"/>
  </p:clrMapOvr>
</p:sld>
</file>